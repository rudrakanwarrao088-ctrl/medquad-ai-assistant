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2DD4BF"/>
                </a:solidFill>
              </a:defRPr>
            </a:pPr>
            <a:r>
              <a:t>EVIDENCE-BASED HEALTHCARE AI SYSTEM</a:t>
            </a:r>
          </a:p>
          <a:p>
            <a:pPr>
              <a:spcAft>
                <a:spcPts val="1200"/>
              </a:spcAft>
              <a:defRPr sz="4400" b="1">
                <a:solidFill>
                  <a:srgbClr val="FFFFFF"/>
                </a:solidFill>
              </a:defRPr>
            </a:pPr>
            <a:r>
              <a:t>MedQuAD AI Medical Assistant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Clinical Question Answering, Disease Exploration &amp; Diagnostic Knowledge Retrieval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4297680"/>
            <a:ext cx="594360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4389120"/>
            <a:ext cx="55778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Presented By:</a:t>
            </a:r>
          </a:p>
          <a:p>
            <a:pPr>
              <a:spcAft>
                <a:spcPts val="400"/>
              </a:spcAft>
              <a:defRPr sz="2200" b="1">
                <a:solidFill>
                  <a:srgbClr val="FFFFFF"/>
                </a:solidFill>
              </a:defRPr>
            </a:pPr>
            <a:r>
              <a:t>Rashi Kanwar Rao</a:t>
            </a:r>
          </a:p>
          <a:p>
            <a:pPr>
              <a:defRPr sz="1300">
                <a:solidFill>
                  <a:srgbClr val="5EEAD4"/>
                </a:solidFill>
              </a:defRPr>
            </a:pPr>
            <a:r>
              <a:t>Lead Project Developer &amp; Healthcare AI Researcher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4297680"/>
            <a:ext cx="384048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4389120"/>
            <a:ext cx="3474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Dataset &amp; Foundation: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NIH MedQuAD Benchmark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16,359+ Clinical Q&amp;A Pairs | 5,126 Conditions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HEALTHCARE AI &amp; NLP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Project Motivation &amp; Clinical Need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D766E"/>
                </a:solidFill>
              </a:defRPr>
            </a:pPr>
            <a:r>
              <a:t>⚠️ The Healthcare Information Challenge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Unreliable Public Web Queries: Patients seeking medical advice online are frequently misled by unverified or sensationalized medical advice.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Clinical Density &amp; Jargon: Authoritative medical literature uses dense terminology (dyspnea, idiopathic, ischemia) that creates cognitive barriers.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Diagnostic Anxiety: Misinterpreted health information increases patient anxiety and delays timely consultation with licensed professionals.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Lack of Source Attribution: Most online aggregators do not cite official clinical origins or specific institutional research.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D766E"/>
                </a:solidFill>
              </a:defRPr>
            </a:pPr>
            <a:r>
              <a:t>💡 The MedQuAD AI Solution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NIH-Verified Ground Truth: Grounded strictly in peer-reviewed clinical knowledge from 12 National Institutes of Health (NIH) entities.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Hybrid Semantic Retrieval: Combines sublinear TF-IDF, n-gram vector matching, and clinical entity boosting for precision answers.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Patient-Centered NLP Layer: Automatically distills answers into actionable bulleted takeaways and plain-English medical glossaries.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Responsible Medical Governance: Transparent similarity confidence scores and prominent clinical safety notices.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HEALTHCARE AI &amp; NLP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MedQuAD Dataset &amp; Institutional Taxonomy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389120" cy="4754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023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D766E"/>
                </a:solidFill>
              </a:defRPr>
            </a:pPr>
            <a:r>
              <a:t>🏛️ Clinical Benchmark Overview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Scale: 16,359+ curated Q&amp;A pairs covering 5,126 unique diseases.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Provenance: MedlinePlus, Cancer.gov, CDC, NIDDK, NINDS, GARD, NHLBI.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Comprehensive Depth: 132 words average clinical response length.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Standardized Typology: Symptoms, Treatments, Causes, Diagnosis, Prognosis.</a:t>
            </a:r>
          </a:p>
        </p:txBody>
      </p:sp>
      <p:pic>
        <p:nvPicPr>
          <p:cNvPr id="6" name="Picture 5" descr="diagram_taxon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463040"/>
            <a:ext cx="62179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HEALTHCARE AI &amp; NLP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End-to-End System Architecture Flowchart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389120" cy="4754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023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D766E"/>
                </a:solidFill>
              </a:defRPr>
            </a:pPr>
            <a:r>
              <a:t>⚙️ Multi-Tier Architecture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1. Ingestion: Auto-path detection, UTF-8/Latin-1 fallbacks, deduplication.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2. TF-IDF Index: Sublinear term weighting with 50,000 medical features.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3. Hybrid Match: Cosine angle projection with +8% pathology boosting.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4. Output Synthesis: Takeaways extractor, glossary, Streamlit reactive UI.</a:t>
            </a:r>
          </a:p>
        </p:txBody>
      </p:sp>
      <p:pic>
        <p:nvPicPr>
          <p:cNvPr id="6" name="Picture 5" descr="diagra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463040"/>
            <a:ext cx="62179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HEALTHCARE AI &amp; NLP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Information Retrieval &amp; Mathematical Flowchart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389120" cy="4754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023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D766E"/>
                </a:solidFill>
              </a:defRPr>
            </a:pPr>
            <a:r>
              <a:t>📐 Algorithmic Formulation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Sublinear TF: tf_sub = 1 + log(tf). Prevents paragraph length distortion.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IDF Scoring: Penalizes frequent non-specific stopwords.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N-grams (1, 2): Captures clinical bigrams like 'heart attack', 'blood pressure'.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Clinical Boost: Exact matches on focus conditions gain +8% priority boost.</a:t>
            </a:r>
          </a:p>
        </p:txBody>
      </p:sp>
      <p:pic>
        <p:nvPicPr>
          <p:cNvPr id="6" name="Picture 5" descr="diagram_retrie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463040"/>
            <a:ext cx="62179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HEALTHCARE AI &amp; NLP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Key Features &amp; Medical Intelligence 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D766E"/>
                </a:solidFill>
              </a:defRPr>
            </a:pPr>
            <a:r>
              <a:t>🩺 Intelligent Natural Language Search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Accepts free-form patient queries &amp; symptoms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Sub-second response times across 16,000+ records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Color-coded confidence percentages and badges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D766E"/>
                </a:solidFill>
              </a:defRPr>
            </a:pPr>
            <a:r>
              <a:t>📌 Automated Takeaway Extractor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Heuristic sentence evaluation based on clinical verbs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Synthesizes 3-4 actionable key bullet points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Saves time for clinicians and patients during consultation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D766E"/>
                </a:solidFill>
              </a:defRPr>
            </a:pPr>
            <a:r>
              <a:t>📖 Clinical Jargon Simplifier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Built-in verified medical terminology lexicon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Matches and defines terms: Dyspnea, Ischemia, Neuropathy, etc.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Translates medical terminology into plain English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06908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D766E"/>
                </a:solidFill>
              </a:defRPr>
            </a:pPr>
            <a:r>
              <a:t>🔍 Disease &amp; Condition Explorer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Comprehensive catalog across 5,126 conditions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Categorized accordion view by diagnosis, treatment, prognosis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Interactive search and filter capabilities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HEALTHCARE AI &amp; NLP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User Experience &amp; Clinical UI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D766E"/>
                </a:solidFill>
              </a:defRPr>
            </a:pPr>
            <a:r>
              <a:t>💻 Web Application Capabilities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Streamlit Reactive Frontend: Real-time query execution with zero page reloads, cached dataset loads, and instant state management.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Prompt Pill Suggestions: One-click inquiry buttons for common clinical scenarios (Asthma, Diabetes, Hypertension, Glaucoma, Heart Attack).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Dynamic Sidebar Controls: Interactive sliders for confidence thresholds and result counts, with dropdowns for question types and NIH sources.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Responsive Standalone Webpage: Clean HTML5 + Tailwind CSS dashboard (`index.html`) executable in any browser.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D766E"/>
                </a:solidFill>
              </a:defRPr>
            </a:pPr>
            <a:r>
              <a:t>🎨 Clinical Design System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Healthcare Color Palette: Deep teal (#0d9488), navy dark (#0f172a), and clean white surfaces to instill clinical trust.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Color-Coded Badges: Immediate visual classification for confidence score, medical focus area, question category, and source institute.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Structured Result Cards: Direct authoritative answer, collapsible takeaway list, glossary tooltips, and related questions.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Prominent Clinical Disclaimer: HIPAA and educational notices displayed prominently for safety.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HEALTHCARE AI &amp; NLP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Dataset Analytics &amp; Exploratory Data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D766E"/>
                </a:solidFill>
              </a:defRPr>
            </a:pPr>
            <a:r>
              <a:t>📊 Quantitative Findings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Extensive Coverage: Over 16,359 distinct Q&amp;A pairs covering 5,126 conditions, making it one of the largest verified NIH benchmarks.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Top Documented Conditions: Breast cancer, Type 2 diabetes, Asthma, Glaucoma, Hypertension, and Parkinson's disease.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Substantial Clinical Depth: Average answer length of 132 words, providing comprehensive guidance rather than superficial snippets.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Institutional Distribution: MedlinePlus and Cancer.gov constitute the primary knowledge contributors, backed by CDC guidelines.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D766E"/>
                </a:solidFill>
              </a:defRPr>
            </a:pPr>
            <a:r>
              <a:t>📥 Analytical Tools &amp; Export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Live Metric Telemetry: Real-time calculation of dataset distributions, total conditions, and word length variance.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Interactive Charting: Native Altair &amp; Streamlit bar graphs displaying frequency of question types and condition coverage.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Interactive Data Table: In-app search and filtering of raw clinical pairs across all attributes.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One-Click CSV Export: Filtered subsets can be downloaded directly from the dashboard for downstream research.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HEALTHCARE AI &amp; NLP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Cloud Infrastructure &amp; DevOps Flowchart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389120" cy="4754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023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D766E"/>
                </a:solidFill>
              </a:defRPr>
            </a:pPr>
            <a:r>
              <a:t>☁️ Production Strategies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GitHub CI/CD: Automated version control with branch protections and testing.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Streamlit Community Cloud: 1-Click continuous deployment connected to GitHub.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Docker Containerization: Python 3.11-slim container with health check probes.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Test Suite: 100% passing integration tests (`test_pipeline.py`).</a:t>
            </a:r>
          </a:p>
        </p:txBody>
      </p:sp>
      <p:pic>
        <p:nvPicPr>
          <p:cNvPr id="6" name="Picture 5" descr="diagram_dev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463040"/>
            <a:ext cx="62179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D4BF"/>
                </a:solidFill>
              </a:defRPr>
            </a:pPr>
            <a:r>
              <a:t>CONCLUSION &amp; FUTURE HORIZONS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Summary of Achievements &amp;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93776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5EEAD4"/>
                </a:solidFill>
              </a:defRPr>
            </a:pPr>
            <a:r>
              <a:t>🏆 Project Achievements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✓  Engineered end-to-end Healthcare QA system over 16,000+ NIH records.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✓  Built high-speed TF-IDF retrieval index with clinical entity boosting.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✓  Implemented automated takeaway summarizer and jargon simplifier.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✓  Designed responsive clinical web UI (Streamlit &amp; standalone HTML).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✓  Packaged with Docker, GitHub CI/CD, and test suite.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02920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7DD3FC"/>
                </a:solidFill>
              </a:defRPr>
            </a:pPr>
            <a:r>
              <a:t>🔮 Future Roadmap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→  Dense Neural Retrieval: Integrate BioBERT and ClinicalBERT dense vector embeddings for deep semantic matching.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→  Voice Navigation: Add speech-to-text input and audio answer synthesis for accessibility.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→  Multilingual Translation: Real-time localization for non-English speaking patient populations.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→  EHR Integration: Interoperability with Fast Healthcare Interoperability Resources (FHIR) standards.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